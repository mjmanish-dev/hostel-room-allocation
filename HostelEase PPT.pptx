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0" r:id="rId5"/>
    <p:sldId id="305" r:id="rId6"/>
    <p:sldId id="311" r:id="rId7"/>
    <p:sldId id="274" r:id="rId8"/>
    <p:sldId id="312" r:id="rId9"/>
    <p:sldId id="313" r:id="rId10"/>
    <p:sldId id="306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6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l Ranka" userId="f043162a997ebf4a" providerId="LiveId" clId="{82FFCCCC-6613-4C5B-AFA6-DF3CA1B27197}"/>
    <pc:docChg chg="custSel modSld">
      <pc:chgData name="Harshal Ranka" userId="f043162a997ebf4a" providerId="LiveId" clId="{82FFCCCC-6613-4C5B-AFA6-DF3CA1B27197}" dt="2026-01-09T06:34:08.914" v="84" actId="20577"/>
      <pc:docMkLst>
        <pc:docMk/>
      </pc:docMkLst>
      <pc:sldChg chg="addSp delSp modSp mod">
        <pc:chgData name="Harshal Ranka" userId="f043162a997ebf4a" providerId="LiveId" clId="{82FFCCCC-6613-4C5B-AFA6-DF3CA1B27197}" dt="2026-01-09T06:29:03.931" v="83" actId="2165"/>
        <pc:sldMkLst>
          <pc:docMk/>
          <pc:sldMk cId="3867488726" sldId="310"/>
        </pc:sldMkLst>
        <pc:graphicFrameChg chg="modGraphic">
          <ac:chgData name="Harshal Ranka" userId="f043162a997ebf4a" providerId="LiveId" clId="{82FFCCCC-6613-4C5B-AFA6-DF3CA1B27197}" dt="2026-01-09T06:29:03.931" v="83" actId="2165"/>
          <ac:graphicFrameMkLst>
            <pc:docMk/>
            <pc:sldMk cId="3867488726" sldId="310"/>
            <ac:graphicFrameMk id="5" creationId="{262A84F5-1A1D-4B3E-9DA6-BF16DC61EC1B}"/>
          </ac:graphicFrameMkLst>
        </pc:graphicFrameChg>
      </pc:sldChg>
      <pc:sldChg chg="modSp mod">
        <pc:chgData name="Harshal Ranka" userId="f043162a997ebf4a" providerId="LiveId" clId="{82FFCCCC-6613-4C5B-AFA6-DF3CA1B27197}" dt="2026-01-09T06:34:08.914" v="84" actId="20577"/>
        <pc:sldMkLst>
          <pc:docMk/>
          <pc:sldMk cId="2725683819" sldId="312"/>
        </pc:sldMkLst>
        <pc:spChg chg="mod">
          <ac:chgData name="Harshal Ranka" userId="f043162a997ebf4a" providerId="LiveId" clId="{82FFCCCC-6613-4C5B-AFA6-DF3CA1B27197}" dt="2026-01-09T06:34:08.914" v="84" actId="20577"/>
          <ac:spMkLst>
            <pc:docMk/>
            <pc:sldMk cId="2725683819" sldId="312"/>
            <ac:spMk id="3" creationId="{706B8AAA-700B-1FBB-D35B-499056C83B8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F0E-8B1F-AE89-D27A-578313DF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E9639-EFA4-AADD-FA00-53490DABB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9D5F9-B651-FC67-F69F-8A0B5952F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0BA4-CC63-3FE7-2C1C-19F093A31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28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BBD5-441A-6661-02D0-34D473052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9446B-61AB-E797-8701-7854B7DEC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E9E03-AC6F-BE04-169D-600E1C40A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0AA37-757E-3721-35B3-A36730173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281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0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10512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3200" b="0" i="0" spc="6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 userDrawn="1"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73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>
                <a:latin typeface="+mn-lt"/>
              </a:defRPr>
            </a:lvl2pPr>
            <a:lvl3pPr marL="283464" indent="-34290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54864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82296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8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 cap="all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cap="none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cap="none" baseline="0">
                <a:latin typeface="+mn-lt"/>
              </a:defRPr>
            </a:lvl1pPr>
            <a:lvl2pPr marL="54864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2296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2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1" r:id="rId3"/>
    <p:sldLayoutId id="2147483664" r:id="rId4"/>
    <p:sldLayoutId id="2147483659" r:id="rId5"/>
    <p:sldLayoutId id="2147483654" r:id="rId6"/>
    <p:sldLayoutId id="2147483667" r:id="rId7"/>
    <p:sldLayoutId id="2147483665" r:id="rId8"/>
    <p:sldLayoutId id="2147483669" r:id="rId9"/>
    <p:sldLayoutId id="2147483670" r:id="rId10"/>
    <p:sldLayoutId id="2147483652" r:id="rId11"/>
    <p:sldLayoutId id="2147483656" r:id="rId12"/>
    <p:sldLayoutId id="214748366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67" y="1399032"/>
            <a:ext cx="6757416" cy="3427502"/>
          </a:xfrm>
        </p:spPr>
        <p:txBody>
          <a:bodyPr/>
          <a:lstStyle/>
          <a:p>
            <a:r>
              <a:rPr lang="en-US" dirty="0"/>
              <a:t>Hostel Room Allotment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E460-3185-CD59-0215-356A228D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/>
          <a:lstStyle/>
          <a:p>
            <a:r>
              <a:rPr lang="en-US" dirty="0"/>
              <a:t>Hostel Ease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168A1-E9B9-6BF1-8F70-8AD56DF82EEE}"/>
              </a:ext>
            </a:extLst>
          </p:cNvPr>
          <p:cNvSpPr txBox="1"/>
          <p:nvPr/>
        </p:nvSpPr>
        <p:spPr>
          <a:xfrm>
            <a:off x="816767" y="3429000"/>
            <a:ext cx="2041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Subject: AWT</a:t>
            </a:r>
          </a:p>
          <a:p>
            <a:r>
              <a:rPr lang="en-IN" dirty="0"/>
              <a:t>Class: 3</a:t>
            </a:r>
            <a:r>
              <a:rPr lang="en-IN" baseline="30000" dirty="0"/>
              <a:t>rd</a:t>
            </a:r>
            <a:r>
              <a:rPr lang="en-IN" dirty="0"/>
              <a:t> Sem ISE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2A84F5-1A1D-4B3E-9DA6-BF16DC61E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587546"/>
              </p:ext>
            </p:extLst>
          </p:nvPr>
        </p:nvGraphicFramePr>
        <p:xfrm>
          <a:off x="816767" y="4450924"/>
          <a:ext cx="4064000" cy="1126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956740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0224160"/>
                    </a:ext>
                  </a:extLst>
                </a:gridCol>
              </a:tblGrid>
              <a:tr h="37560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21971"/>
                  </a:ext>
                </a:extLst>
              </a:tr>
              <a:tr h="37560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Harshal Ranka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1SI24IS036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34506"/>
                  </a:ext>
                </a:extLst>
              </a:tr>
              <a:tr h="37560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Manish Joshi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1SI24IS053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43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4F54-DA82-4616-5B86-91637316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412" y="592246"/>
            <a:ext cx="5029200" cy="1195406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4FF4F-87AF-081C-2A21-97173EE4A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412" y="2448821"/>
            <a:ext cx="6096769" cy="31089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Hostel room allotment is traditionally done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process is time-consuming and error-prone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 to track room availability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transparency in allocation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large student data is inefficient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D090D43-FD3C-82CE-3706-B447C067FB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1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15FEB-3F1D-75EC-A985-899F9022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9A88-A1CB-40B5-F261-BD949650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412" y="592246"/>
            <a:ext cx="5029200" cy="1195406"/>
          </a:xfrm>
        </p:spPr>
        <p:txBody>
          <a:bodyPr/>
          <a:lstStyle/>
          <a:p>
            <a:r>
              <a:rPr lang="en-IN" dirty="0"/>
              <a:t>Proposed System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74C4A-5EF9-B61C-A3F9-825BD1427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412" y="2448821"/>
            <a:ext cx="7217646" cy="31089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"Digital Chart Paper": An offline-first web application that mimics the visual chart but enforces digital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Source of Truth: Centralized system where data is instantly validated.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Crash-Proof Architecture: Runs locally on the admin’s device to ensure zero downtime.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Instant Reporting: One-click CSV generation for final reports.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6B2EFD0-43ED-BDC2-65EB-400FD79DDC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04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324465"/>
            <a:ext cx="6839712" cy="1102786"/>
          </a:xfrm>
        </p:spPr>
        <p:txBody>
          <a:bodyPr anchor="b"/>
          <a:lstStyle/>
          <a:p>
            <a:r>
              <a:rPr lang="en-IN" dirty="0"/>
              <a:t>Key Features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344" y="2074607"/>
            <a:ext cx="8178669" cy="3047999"/>
          </a:xfrm>
        </p:spPr>
        <p:txBody>
          <a:bodyPr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SVG Map: Clickable floor plans representing the actual hostel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Visualization: Color-coded rooms (White = Empty, Yellow = Partial, Red = Full).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Intelligent Validation: Prevents Duplicate Student IDs and Enforces Room Capacity limits.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Disaster Recovery: Full JSON Backup &amp; Restore capability.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CB2D080-C33E-7ABA-4BFC-D6F8F922F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1C6E-4FBF-E864-CF02-37600374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986DE0-FBB9-7EEE-7521-2576D29A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324465"/>
            <a:ext cx="6839712" cy="1102786"/>
          </a:xfrm>
        </p:spPr>
        <p:txBody>
          <a:bodyPr anchor="b"/>
          <a:lstStyle/>
          <a:p>
            <a:r>
              <a:rPr lang="en-IN" dirty="0"/>
              <a:t>Technology 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B8AAA-700B-1FBB-D35B-499056C83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344" y="2074607"/>
            <a:ext cx="8178669" cy="3618270"/>
          </a:xfrm>
        </p:spPr>
        <p:txBody>
          <a:bodyPr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/>
              <a:t>Frontend:</a:t>
            </a:r>
            <a:r>
              <a:rPr lang="de-DE" sz="2400" dirty="0"/>
              <a:t> HTML5, CSS3, JavaScript (ES6+).</a:t>
            </a:r>
            <a:r>
              <a:rPr lang="en-US" sz="2400" dirty="0"/>
              <a:t>Seamless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Graphics:</a:t>
            </a:r>
            <a:r>
              <a:rPr lang="en-US" sz="2400" dirty="0"/>
              <a:t> Scalable Vector Graphics (SVG) for high-resolution interactive maps. Scalability for future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Data Storage:</a:t>
            </a:r>
            <a:r>
              <a:rPr lang="en-IN" sz="2400" dirty="0"/>
              <a:t> Browser </a:t>
            </a:r>
            <a:r>
              <a:rPr lang="en-IN" sz="2400" dirty="0" err="1"/>
              <a:t>localStorage</a:t>
            </a:r>
            <a:r>
              <a:rPr lang="en-IN" sz="2400" dirty="0"/>
              <a:t> (Client-side JSON Database).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Development Environment:</a:t>
            </a:r>
            <a:r>
              <a:rPr lang="en-IN" sz="2400" dirty="0"/>
              <a:t> VS Code, Live Server.</a:t>
            </a:r>
            <a:endParaRPr lang="en-US" sz="24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87A31C-D6B1-C752-3CFC-525C9763CC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8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3A18-8C26-3821-57B9-151CBFFB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93051C-394F-E344-7C03-9C274FB6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44" y="324465"/>
            <a:ext cx="6839712" cy="1102786"/>
          </a:xfrm>
        </p:spPr>
        <p:txBody>
          <a:bodyPr anchor="b"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301F7-DDEA-A553-9ABF-F3A311260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344" y="1978742"/>
            <a:ext cx="8178669" cy="3979606"/>
          </a:xfrm>
        </p:spPr>
        <p:txBody>
          <a:bodyPr anchor="b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Phase 2 Backend: Integration with Node.js &amp; SQLite for persistent database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Distributed Access: allowing students to view live availability on their phones.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Priority Logic: Automating allocation based on Priority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Global Search: "Find My Room" feature for quick lookups.</a:t>
            </a:r>
            <a:endParaRPr lang="en-US" sz="24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B6A30DF-0AFE-17D1-AFE2-A0D61D6272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05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4219-C450-9795-3D37-675668F5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932" y="0"/>
            <a:ext cx="6894136" cy="6894136"/>
          </a:xfrm>
        </p:spPr>
        <p:txBody>
          <a:bodyPr/>
          <a:lstStyle/>
          <a:p>
            <a:r>
              <a:rPr lang="en-US" dirty="0"/>
              <a:t>Website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75357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196" y="2188196"/>
            <a:ext cx="5985159" cy="159450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3.potx" id="{43D84336-549C-4EAD-AE8D-BE1D65DE3314}" vid="{2C1BB0A5-2565-4EB8-A5F5-FF12201C5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0E3FE2-6B9B-4C9A-84D9-AD118750D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D1C4F3-182B-4FFD-86F3-85933C0520B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6D4D42E-C7BD-4080-9A83-56BA58F91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modernist presentation</Template>
  <TotalTime>130</TotalTime>
  <Words>288</Words>
  <Application>Microsoft Office PowerPoint</Application>
  <PresentationFormat>Widescreen</PresentationFormat>
  <Paragraphs>47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Avenir Next LT Pro</vt:lpstr>
      <vt:lpstr>Avenir Next LT Pro Light</vt:lpstr>
      <vt:lpstr>Calibri</vt:lpstr>
      <vt:lpstr>Custom</vt:lpstr>
      <vt:lpstr>Hostel Room Allotment system</vt:lpstr>
      <vt:lpstr>Problem Statement</vt:lpstr>
      <vt:lpstr>Proposed System</vt:lpstr>
      <vt:lpstr>Key Features</vt:lpstr>
      <vt:lpstr>Technology Stack</vt:lpstr>
      <vt:lpstr>Future Scope</vt:lpstr>
      <vt:lpstr>Website demonstration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Harshal Ranka</dc:creator>
  <cp:lastModifiedBy>Harshal Ranka</cp:lastModifiedBy>
  <cp:revision>1</cp:revision>
  <dcterms:created xsi:type="dcterms:W3CDTF">2026-01-04T04:29:08Z</dcterms:created>
  <dcterms:modified xsi:type="dcterms:W3CDTF">2026-01-09T06:34:18Z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